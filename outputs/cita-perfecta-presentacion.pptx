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8a96061d8f4094" /><Relationship Type="http://schemas.openxmlformats.org/officeDocument/2006/relationships/extended-properties" Target="/docProps/app.xml" Id="Rcde7c067337343a6" /><Relationship Type="http://schemas.openxmlformats.org/officeDocument/2006/relationships/officeDocument" Target="/ppt/presentation.xml" Id="R02fe7b3aba0142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b085b440b44d51"/>
  </p:sldMasterIdLst>
  <p:notesMasterIdLst>
    <p:notesMasterId xmlns:r="http://schemas.openxmlformats.org/officeDocument/2006/relationships" r:id="R2af8638c9c444bae"/>
  </p:notesMasterIdLst>
  <p:sldIdLst>
    <p:sldId xmlns:r="http://schemas.openxmlformats.org/officeDocument/2006/relationships" id="256" r:id="R8a92afec0a814972"/>
    <p:sldId xmlns:r="http://schemas.openxmlformats.org/officeDocument/2006/relationships" id="257" r:id="R7c2a824a04f74320"/>
    <p:sldId xmlns:r="http://schemas.openxmlformats.org/officeDocument/2006/relationships" id="258" r:id="Rb9ad241847d648f2"/>
    <p:sldId xmlns:r="http://schemas.openxmlformats.org/officeDocument/2006/relationships" id="259" r:id="Reb9c3d3dc77a46bb"/>
    <p:sldId xmlns:r="http://schemas.openxmlformats.org/officeDocument/2006/relationships" id="260" r:id="R5307dad610dc49bd"/>
    <p:sldId xmlns:r="http://schemas.openxmlformats.org/officeDocument/2006/relationships" id="261" r:id="Rb5f4260da9fc42ab"/>
    <p:sldId xmlns:r="http://schemas.openxmlformats.org/officeDocument/2006/relationships" id="262" r:id="Rb597869e00fc412f"/>
    <p:sldId xmlns:r="http://schemas.openxmlformats.org/officeDocument/2006/relationships" id="263" r:id="R69b4ec32b0844b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f0bd785618452b" /><Relationship Type="http://schemas.openxmlformats.org/officeDocument/2006/relationships/slideMaster" Target="/ppt/slideMasters/slideMaster1.xml" Id="Refb085b440b44d51" /><Relationship Type="http://schemas.openxmlformats.org/officeDocument/2006/relationships/notesMaster" Target="/ppt/notesMasters/notesMaster1.xml" Id="R2af8638c9c444bae" /><Relationship Type="http://schemas.openxmlformats.org/officeDocument/2006/relationships/presProps" Target="/ppt/presProps.xml" Id="R8d5fce02f3844723" /><Relationship Type="http://schemas.openxmlformats.org/officeDocument/2006/relationships/tableStyles" Target="/ppt/tableStyles.xml" Id="Rd89f9b0361bc4ebe" /><Relationship Type="http://schemas.openxmlformats.org/officeDocument/2006/relationships/slide" Target="/ppt/slides/slide1.xml" Id="R8a92afec0a814972" /><Relationship Type="http://schemas.openxmlformats.org/officeDocument/2006/relationships/slide" Target="/ppt/slides/slide2.xml" Id="R7c2a824a04f74320" /><Relationship Type="http://schemas.openxmlformats.org/officeDocument/2006/relationships/slide" Target="/ppt/slides/slide3.xml" Id="Rb9ad241847d648f2" /><Relationship Type="http://schemas.openxmlformats.org/officeDocument/2006/relationships/slide" Target="/ppt/slides/slide4.xml" Id="Reb9c3d3dc77a46bb" /><Relationship Type="http://schemas.openxmlformats.org/officeDocument/2006/relationships/slide" Target="/ppt/slides/slide5.xml" Id="R5307dad610dc49bd" /><Relationship Type="http://schemas.openxmlformats.org/officeDocument/2006/relationships/slide" Target="/ppt/slides/slide6.xml" Id="Rb5f4260da9fc42ab" /><Relationship Type="http://schemas.openxmlformats.org/officeDocument/2006/relationships/slide" Target="/ppt/slides/slide7.xml" Id="Rb597869e00fc412f" /><Relationship Type="http://schemas.openxmlformats.org/officeDocument/2006/relationships/slide" Target="/ppt/slides/slide8.xml" Id="R69b4ec32b0844b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ee39e53bac4e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545c6d78b54b74" /><Relationship Type="http://schemas.openxmlformats.org/officeDocument/2006/relationships/notesMaster" Target="/ppt/notesMasters/notesMaster1.xml" Id="R5a2585a6c93742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38403f4b2340cf" /><Relationship Type="http://schemas.openxmlformats.org/officeDocument/2006/relationships/notesMaster" Target="/ppt/notesMasters/notesMaster1.xml" Id="R63a4507fd9ab4b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9fd3636aed47a1" /><Relationship Type="http://schemas.openxmlformats.org/officeDocument/2006/relationships/notesMaster" Target="/ppt/notesMasters/notesMaster1.xml" Id="R5ae50d8289284e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4f9bbba5ce41b5" /><Relationship Type="http://schemas.openxmlformats.org/officeDocument/2006/relationships/notesMaster" Target="/ppt/notesMasters/notesMaster1.xml" Id="R9cbb8249b2524f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eaa58aafc24f28" /><Relationship Type="http://schemas.openxmlformats.org/officeDocument/2006/relationships/notesMaster" Target="/ppt/notesMasters/notesMaster1.xml" Id="R1c82c5d4aaf04b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b8b869935648ab" /><Relationship Type="http://schemas.openxmlformats.org/officeDocument/2006/relationships/notesMaster" Target="/ppt/notesMasters/notesMaster1.xml" Id="R6e5f03e4f54645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a1bc035f2e485d" /><Relationship Type="http://schemas.openxmlformats.org/officeDocument/2006/relationships/notesMaster" Target="/ppt/notesMasters/notesMaster1.xml" Id="Ra571d9418c304d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51642922504187" /><Relationship Type="http://schemas.openxmlformats.org/officeDocument/2006/relationships/notesMaster" Target="/ppt/notesMasters/notesMaster1.xml" Id="Rc765de34107d4e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32b86e6004d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f7c074d309432b" /><Relationship Type="http://schemas.openxmlformats.org/officeDocument/2006/relationships/slideLayout" Target="/ppt/slideLayouts/slideLayout1.xml" Id="R61ec8edf69344d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ec8edf69344d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c2d9a1958423f" /><Relationship Type="http://schemas.openxmlformats.org/officeDocument/2006/relationships/notesSlide" Target="/ppt/notesSlides/notesSlide1.xml" Id="R5ccfb9b146e54e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b11bb80bf497e" /><Relationship Type="http://schemas.openxmlformats.org/officeDocument/2006/relationships/notesSlide" Target="/ppt/notesSlides/notesSlide2.xml" Id="Rb109f13f5c9144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e1c77355a498b" /><Relationship Type="http://schemas.openxmlformats.org/officeDocument/2006/relationships/notesSlide" Target="/ppt/notesSlides/notesSlide3.xml" Id="R409d463357da43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a9de3325d44ca" /><Relationship Type="http://schemas.openxmlformats.org/officeDocument/2006/relationships/notesSlide" Target="/ppt/notesSlides/notesSlide4.xml" Id="Re47cfbc9095b4f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eb2ff4dff434c" /><Relationship Type="http://schemas.openxmlformats.org/officeDocument/2006/relationships/notesSlide" Target="/ppt/notesSlides/notesSlide5.xml" Id="R616b82f0f4ca47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c329ea58c4656" /><Relationship Type="http://schemas.openxmlformats.org/officeDocument/2006/relationships/notesSlide" Target="/ppt/notesSlides/notesSlide6.xml" Id="Rbd74ad3f884f42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80a29600e462a" /><Relationship Type="http://schemas.openxmlformats.org/officeDocument/2006/relationships/notesSlide" Target="/ppt/notesSlides/notesSlide7.xml" Id="Rad19b46abcba40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9ac9c4c9949ad" /><Relationship Type="http://schemas.openxmlformats.org/officeDocument/2006/relationships/notesSlide" Target="/ppt/notesSlides/notesSlide8.xml" Id="Rf79a66b052064e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8F8541-C443-4DFB-AA73-93B4903E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70CE7-3253-415D-AA4D-9FF099F5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B6747-538D-466D-BD7E-512D08F5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52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Producto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863DD-6567-4AC9-8595-B7448D3B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Cita Perfecta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20948-0661-4B1E-9644-7EE0C12C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3C6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C83C62"/>
                </a:solidFill>
                <a:latin typeface="Aptos Display"/>
                <a:ea typeface="Aptos Display"/>
                <a:cs typeface="Aptos Display"/>
              </a:rPr>
              <a:t>Conexiones reales, no coincidencias al azar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569C2-8EDC-4E8A-B504-BEE5675C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6C5F6F"/>
                </a:solidFill>
                <a:latin typeface="Aptos"/>
                <a:ea typeface="Aptos"/>
                <a:cs typeface="Aptos"/>
              </a:rPr>
              <a:t>Aplicacion web en Angular para demostrar componentes, servicios, routing, CRUD, logout y diseno responsivo.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F8DB7-709B-4C27-A92A-1720DF5B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7160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94478-808E-43E5-91D9-3386C59B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716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solidFill>
              <a:srgbClr val="6C5C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58EF7-3C53-49FA-93EB-44538993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430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Tecnologia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99798-53E0-4318-BB91-4259AAB6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431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Angular + TypeScript + Bootstrap + SCSS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B246D-C108-40EE-B2FA-D1215AC3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F3E3C-1A3C-409E-8CAD-CC133696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DFD9E-B6F8-4849-B057-1C88BA11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Integrantes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A0EC2-6B1C-4742-8A4A-337556F1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Daniel Celiz Martinez e Ismael Cervantes Carranza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46584-9D1C-4DEC-BF02-FFF00B6A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7670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FBD1B-C13C-4F05-B792-77BD1C3B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767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CDB"/>
          </a:solidFill>
          <a:ln xmlns:a="http://schemas.openxmlformats.org/drawingml/2006/main" w="0">
            <a:solidFill>
              <a:srgbClr val="2D9C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F28B7-86D2-47A5-A939-91112DB6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481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Entrega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C386C-38A1-4EA2-9478-AD9CC60B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482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Desarrollo de Software Frontend II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5CA97-94CA-458D-AD7D-0697C05B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Cita Perfecta - Producto final Angular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6F7993-34B3-48C1-A28B-2411669C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40395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60BB63-CFA2-4881-894B-7E674908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9B33C-E202-4C50-A5CB-A842BCF6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7D41A-EA2F-4ADA-B98B-A1413AB6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3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3C62"/>
                </a:solidFill>
                <a:latin typeface="Aptos"/>
                <a:ea typeface="Aptos"/>
                <a:cs typeface="Aptos"/>
              </a:rPr>
              <a:t>JUSTIFICACION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FE9FA-8D13-42FB-A910-54DAF225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Por que Cita Perfecta?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31C70-1E01-44EB-86DE-FBBE9F19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C5F6F"/>
                </a:solidFill>
                <a:latin typeface="Aptos"/>
                <a:ea typeface="Aptos"/>
                <a:cs typeface="Aptos"/>
              </a:rPr>
              <a:t>La app responde a problemas reales de las plataformas de citas: poca compatibilidad, conversaciones vacias y falta de cierres respetuosos.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7F622-45D4-422A-8A8C-3BF0D4D1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Cita Perfecta - Producto final Angular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C290F-893A-4515-84A8-DC60559B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F7E78-0C20-47D3-9A12-34C2CF95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6B791-EF91-417A-8DE7-48DCE325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D5BE6-51EC-4392-9C11-B487DBD8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Problema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7C938-ECD8-4890-8B22-3C8E0D0C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819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Muchas apps priorizan fotos y reacciones rapidas. Eso provoca conexiones superficiales y poca intencion.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D3490-4A43-4C40-84E7-65355448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92445-C557-48AB-8A00-A2ABBB68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solidFill>
              <a:srgbClr val="6C5C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B482C-9E03-40F8-B94D-7B3B79D7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432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Propuesta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1876B-A8A1-491E-9290-C6E0D357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819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Cita Perfecta ordena perfiles por intereses, valores y respuestas del test de compatibilidad.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2DB39-244A-46CA-9AA9-2246F11D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57A9AD-B402-4810-80C0-7267A7F5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CDB"/>
          </a:solidFill>
          <a:ln xmlns:a="http://schemas.openxmlformats.org/drawingml/2006/main" w="0">
            <a:solidFill>
              <a:srgbClr val="2D9C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AE508-DB12-4D13-9930-F6473952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432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Valor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BFD66-0230-44EC-9B71-94DFF911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819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Incluye pacto de respeto, chat, cartas de conexion, reportes y cierre amistoso para evitar ghosting.</a:t>
            </a:r>
          </a:p>
        </p:txBody>
      </p:sp>
    </p:spTree>
    <p:extLst>
      <p:ext uri="{BB962C8B-B14F-4D97-AF65-F5344CB8AC3E}">
        <p14:creationId xmlns:p14="http://schemas.microsoft.com/office/powerpoint/2010/main" val="1333707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1D25EF-45D8-427D-A286-2E43AB6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7EA11-7A40-473C-BC59-C2FB106F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CD054-751A-40D6-B264-CFDED290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3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3C62"/>
                </a:solidFill>
                <a:latin typeface="Aptos"/>
                <a:ea typeface="Aptos"/>
                <a:cs typeface="Aptos"/>
              </a:rPr>
              <a:t>DISENO RESPONSIVO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59116-14F3-4139-B1F0-18032DC5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Adaptacion a celular, tablet y escritorio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B1DAB-9EAD-4FEE-9EA1-90472380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C5F6F"/>
                </a:solidFill>
                <a:latin typeface="Aptos"/>
                <a:ea typeface="Aptos"/>
                <a:cs typeface="Aptos"/>
              </a:rPr>
              <a:t>La interfaz usa Bootstrap y SCSS para mantener formularios, cards, navegacion y grids legibles en distintos tamanos.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5009E-68F8-413B-A2F3-E69AB6DD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Cita Perfecta - Producto final Angular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C8D1C-5650-4FA3-85FA-84041ECF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CECFC-CA85-494C-A1EE-1E1B6F28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809750" cy="28575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3C8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3C6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C83C62"/>
                </a:solidFill>
                <a:latin typeface="Aptos Display"/>
                <a:ea typeface="Aptos Display"/>
                <a:cs typeface="Aptos Display"/>
              </a:rPr>
              <a:t>Celular</a:t>
            </a:r>
          </a:p>
          <a:p xmlns:a="http://schemas.openxmlformats.org/drawingml/2006/main">
            <a:pPr algn="ctr">
              <a:defRPr sz="1725" b="1">
                <a:solidFill>
                  <a:srgbClr val="C83C6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C83C62"/>
                </a:solidFill>
                <a:latin typeface="Aptos Display"/>
                <a:ea typeface="Aptos Display"/>
                <a:cs typeface="Aptos Display"/>
              </a:rPr>
              <a:t>1 columna</a:t>
            </a:r>
          </a:p>
          <a:p xmlns:a="http://schemas.openxmlformats.org/drawingml/2006/main">
            <a:pPr algn="ctr">
              <a:defRPr sz="1725" b="1">
                <a:solidFill>
                  <a:srgbClr val="C83C6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C83C62"/>
                </a:solidFill>
                <a:latin typeface="Aptos Display"/>
                <a:ea typeface="Aptos Display"/>
                <a:cs typeface="Aptos Display"/>
              </a:rPr>
              <a:t>Navbar flexible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CF7B1-D8AB-46C8-9351-A0193B13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3C8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C5CE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6C5CE7"/>
                </a:solidFill>
                <a:latin typeface="Aptos Display"/>
                <a:ea typeface="Aptos Display"/>
                <a:cs typeface="Aptos Display"/>
              </a:rPr>
              <a:t>Tablet</a:t>
            </a:r>
          </a:p>
          <a:p xmlns:a="http://schemas.openxmlformats.org/drawingml/2006/main">
            <a:pPr algn="ctr">
              <a:defRPr sz="1875" b="1">
                <a:solidFill>
                  <a:srgbClr val="6C5CE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6C5CE7"/>
                </a:solidFill>
                <a:latin typeface="Aptos Display"/>
                <a:ea typeface="Aptos Display"/>
                <a:cs typeface="Aptos Display"/>
              </a:rPr>
              <a:t>2 columnas</a:t>
            </a:r>
          </a:p>
          <a:p xmlns:a="http://schemas.openxmlformats.org/drawingml/2006/main">
            <a:pPr algn="ctr">
              <a:defRPr sz="1875" b="1">
                <a:solidFill>
                  <a:srgbClr val="6C5CE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6C5CE7"/>
                </a:solidFill>
                <a:latin typeface="Aptos Display"/>
                <a:ea typeface="Aptos Display"/>
                <a:cs typeface="Aptos Display"/>
              </a:rPr>
              <a:t>Formularios fluidos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44CBE-52C2-432A-B9E7-1C27E8FB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524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3C8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Escritorio</a:t>
            </a:r>
          </a:p>
          <a:p xmlns:a="http://schemas.openxmlformats.org/drawingml/2006/main">
            <a:pPr algn="ctr">
              <a:defRPr sz="202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Grid amplio</a:t>
            </a:r>
          </a:p>
          <a:p xmlns:a="http://schemas.openxmlformats.org/drawingml/2006/main">
            <a:pPr algn="ctr">
              <a:defRPr sz="202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Cards y paneles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02092-E7F6-48BD-8A93-D90ECBD3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19526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4"/>
          </a:solidFill>
          <a:ln xmlns:a="http://schemas.openxmlformats.org/drawingml/2006/main" w="0">
            <a:solidFill>
              <a:srgbClr val="FFF0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3C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3C62"/>
                </a:solidFill>
                <a:latin typeface="Aptos"/>
                <a:ea typeface="Aptos"/>
                <a:cs typeface="Aptos"/>
              </a:rPr>
              <a:t>Sin desbordes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8D2E5-B7BD-4C81-8DDE-6FE402AC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19750"/>
            <a:ext cx="2286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4"/>
          </a:solidFill>
          <a:ln xmlns:a="http://schemas.openxmlformats.org/drawingml/2006/main" w="0">
            <a:solidFill>
              <a:srgbClr val="FFF0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3C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3C62"/>
                </a:solidFill>
                <a:latin typeface="Aptos"/>
                <a:ea typeface="Aptos"/>
                <a:cs typeface="Aptos"/>
              </a:rPr>
              <a:t>Botones tactiles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D9F17-17BD-46A9-BB6D-39D6149C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2381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4"/>
          </a:solidFill>
          <a:ln xmlns:a="http://schemas.openxmlformats.org/drawingml/2006/main" w="0">
            <a:solidFill>
              <a:srgbClr val="FFF0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3C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3C62"/>
                </a:solidFill>
                <a:latin typeface="Aptos"/>
                <a:ea typeface="Aptos"/>
                <a:cs typeface="Aptos"/>
              </a:rPr>
              <a:t>Contenido legible</a:t>
            </a:r>
          </a:p>
        </p:txBody>
      </p:sp>
    </p:spTree>
    <p:extLst>
      <p:ext uri="{BB962C8B-B14F-4D97-AF65-F5344CB8AC3E}">
        <p14:creationId xmlns:p14="http://schemas.microsoft.com/office/powerpoint/2010/main" val="690679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5811F-2255-43C0-A575-0A9E060D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9FC9E-8E36-40FD-9FD0-A0793158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24968-3065-4548-A0E2-8C619E25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3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3C62"/>
                </a:solidFill>
                <a:latin typeface="Aptos"/>
                <a:ea typeface="Aptos"/>
                <a:cs typeface="Aptos"/>
              </a:rPr>
              <a:t>COMPONENTES CREADOS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8D16D-6DE9-427E-8EE2-E8D2329B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Arquitectura por pantallas y componentes reutilizables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0C3C0-1909-44E1-9172-063B31F9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C5F6F"/>
                </a:solidFill>
                <a:latin typeface="Aptos"/>
                <a:ea typeface="Aptos"/>
                <a:cs typeface="Aptos"/>
              </a:rPr>
              <a:t>La aplicacion se divide en paginas del flujo y componentes compartidos para reutilizar estructura y comportamiento.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0957E-3850-4BCB-B627-7496948A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Cita Perfecta - Producto final Angular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5E6D1-AB3F-4AF0-9CBD-92CC54FA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192C3-FC0C-4FAA-8AC5-3983B3D6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998B0-7DCA-4EB9-99CC-B331130E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F46AD-28C2-469C-A226-A7C2D09B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NavbarComponent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EDC51-69D2-4F8C-9F39-7DA28075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Menu, rutas principales y logout.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7F724-7BA0-4929-85FD-88FFCEDC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3362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C3770-7CB9-46A8-B8D0-D0083F2F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3362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solidFill>
              <a:srgbClr val="6C5C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28FF0-F527-435D-904B-C12D7478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0507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ProfileCardComponent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00179F-93F3-483F-9D7B-226CDB25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0512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@Input para recibir perfil; @Output para ver, like y carta.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F5747-1823-418B-A7D0-6B9D88CE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3362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4ECC9-AB9D-4B96-BEF1-6C00BB1D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3362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15014-39B9-4F0D-9054-F9350119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0507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Welcome, Login, Register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FD443-3468-465C-931E-C1D4FEFB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Entrada, registro y autenticacion.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81D13-EA67-4E8D-9AAC-5F657A0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368A74-58CC-4045-9D95-2ECCA89D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solidFill>
              <a:srgbClr val="6C5C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16D9D-958C-41E2-88ED-24BD2AEE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0507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RespectPact + Onboarding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9A9DD-6D60-4E45-8D59-8E6B2301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0512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Pacto de respeto y perfil personal.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23889C-9002-40AB-88BF-776BE7F0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C2270-ADDD-4F00-B201-4BB64CCD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0E3634-B89A-44E2-844C-9C7A1B2A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CompatibilityTest + Aura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9BDCE1-5997-4CE9-9B77-8A355DDB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Preguntas y resultado de compatibilidad.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48F942-903C-430C-869F-8062D54D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9567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790A90-B7B0-46AE-A266-45F72EF5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9567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solidFill>
              <a:srgbClr val="6C5C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CB9309-E4A3-4B17-B957-1B68D47F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671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MatchList + ProfileDetail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91C659-1DB8-4D15-9837-63C974ED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6717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Perfiles compatibles y acciones.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C18F1D-3C5F-4373-9F2B-BDBFDC42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9567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E5FC5D-97C2-4FD0-AFEB-8810EECE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9567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B6FF79-928F-4B9A-BA2F-E440A3AD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671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Chat + FriendlyClosure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9D23A7-FBBF-416F-B1F5-26B6FB44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6717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Conversacion y cierre respetuoso.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688617-0A6E-43E6-A3A7-B5D7E425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9567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637C6E-8079-406C-A83C-7850AF43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9567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solidFill>
              <a:srgbClr val="6C5C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1203E8-928B-49AD-B178-2C01B038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671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ProfileCrud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EC8C41-5271-4D0C-87A7-F94A3F6C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6717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Crear, leer, editar y eliminar perfiles.</a:t>
            </a:r>
          </a:p>
        </p:txBody>
      </p:sp>
    </p:spTree>
    <p:extLst>
      <p:ext uri="{BB962C8B-B14F-4D97-AF65-F5344CB8AC3E}">
        <p14:creationId xmlns:p14="http://schemas.microsoft.com/office/powerpoint/2010/main" val="2756490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CC1FBD-4A66-46C3-8395-55E44823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60A4E-A17B-4D9F-BC74-E8ECE35C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869DC-2DB0-47D8-81B5-A2673450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3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3C62"/>
                </a:solidFill>
                <a:latin typeface="Aptos"/>
                <a:ea typeface="Aptos"/>
                <a:cs typeface="Aptos"/>
              </a:rPr>
              <a:t>FUNCIONALIDADES PRINCIPALES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71EB2-7343-4610-9E6E-467D8B4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Flujo funcional de la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B392F-0EBA-45C2-8C51-63E321A1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C5F6F"/>
                </a:solidFill>
                <a:latin typeface="Aptos"/>
                <a:ea typeface="Aptos"/>
                <a:cs typeface="Aptos"/>
              </a:rPr>
              <a:t>El usuario avanza desde la cuenta hasta las conexiones y el chat con seguridad basica.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8C415-E975-47EB-99DB-9460B84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Cita Perfecta - Producto final Angular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6998F-7BF1-458E-896F-BE32A35C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59B2B-C2D3-4B41-8465-F10E2495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A8F3E-D066-4E9F-8DE1-86339497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Registro/Login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6C069-F278-4B61-9860-A37AFA8C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9814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C5F6F"/>
                </a:solidFill>
                <a:latin typeface="Aptos"/>
                <a:ea typeface="Aptos"/>
                <a:cs typeface="Aptos"/>
              </a:rPr>
              <a:t>Valida edad minima y guarda sesion local.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1E578-5778-40A4-9150-38FE609A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527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C5C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5A62B-94A1-4BAD-905D-F848A077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795B6-5508-4CD7-AD45-E2422BE6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Pacto y perfil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11582-CE41-4842-A179-5379ABD0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C5F6F"/>
                </a:solidFill>
                <a:latin typeface="Aptos"/>
                <a:ea typeface="Aptos"/>
                <a:cs typeface="Aptos"/>
              </a:rPr>
              <a:t>Acepta reglas y completa ciudad, bio e intereses.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6D768-D33C-4934-8E58-01F8E91B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527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C5C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70C97-AA44-49F8-B49F-973C0341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8AFE2-68BB-4D21-B8EE-195F1613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Test y aura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27397-BC78-4DC8-B7F8-244A62CE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814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C5F6F"/>
                </a:solidFill>
                <a:latin typeface="Aptos"/>
                <a:ea typeface="Aptos"/>
                <a:cs typeface="Aptos"/>
              </a:rPr>
              <a:t>Responde preguntas y recibe resultado de personalidad.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17AFA-8C67-47A2-A1BA-A4903B43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527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C5C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D83BA-2752-4422-93B8-835295B0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1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CAC4D-5B21-45CD-9AE1-1819E096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Matches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AB482-A7EA-4EDF-BCF4-F910182B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814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C5F6F"/>
                </a:solidFill>
                <a:latin typeface="Aptos"/>
                <a:ea typeface="Aptos"/>
                <a:cs typeface="Aptos"/>
              </a:rPr>
              <a:t>Ve perfiles del CRUD ordenados por afinidad.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4F723-A644-4FD8-A610-B0DEFE02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27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C5C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F011B1-1A57-4A80-8838-E73E5BB6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411064-5D9A-4CD1-9E8D-B415CBE1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Chat y cierre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6F4B41-9960-45AB-AEFC-72F0F343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814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C5F6F"/>
                </a:solidFill>
                <a:latin typeface="Aptos"/>
                <a:ea typeface="Aptos"/>
                <a:cs typeface="Aptos"/>
              </a:rPr>
              <a:t>Conversa, reporta, bloquea o cierra con respeto.</a:t>
            </a:r>
          </a:p>
        </p:txBody>
      </p:sp>
    </p:spTree>
    <p:extLst>
      <p:ext uri="{BB962C8B-B14F-4D97-AF65-F5344CB8AC3E}">
        <p14:creationId xmlns:p14="http://schemas.microsoft.com/office/powerpoint/2010/main" val="9405096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A34F87-DAD8-440A-A10D-38766D4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54F13-DAB0-4DB2-84AA-4FE21551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105F6-6482-4BAC-A943-83CE9DBB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3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3C62"/>
                </a:solidFill>
                <a:latin typeface="Aptos"/>
                <a:ea typeface="Aptos"/>
                <a:cs typeface="Aptos"/>
              </a:rPr>
              <a:t>HERRAMIENTAS Y ORGANIZACION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2C2AA-2144-45B6-A167-EF851D6E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Tecnologias usadas y estructura del codigo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049BE-04A7-4478-B3A9-A74691BD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C5F6F"/>
                </a:solidFill>
                <a:latin typeface="Aptos"/>
                <a:ea typeface="Aptos"/>
                <a:cs typeface="Aptos"/>
              </a:rPr>
              <a:t>El proyecto separa responsabilidades para que sea facil explicar, probar y mantener.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1469A-EC81-4D3A-B4D1-41DFFA64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Cita Perfecta - Producto final Angular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8E4F0-EFD6-49E9-AB39-49F08C94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B6F22-123B-468E-A033-9749F50D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450AA-A7B0-4EA1-8EDB-019A6563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ECC66-EA58-4F9B-8409-0FB8AA9D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Herramientas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43B45-2CD1-46A8-9BBB-6CD489CA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7241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Angular 21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TypeScript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Bootstrap 5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SCSS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LocalStorage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Angular 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5B82C-723B-41E3-8195-F5DC89A3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BF581-02C8-43C6-8190-085C976D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solidFill>
              <a:srgbClr val="6C5C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95282-14E2-47CC-812D-9B79CD3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527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Carpetas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35CB0-DCB5-4DF6-BF03-9EB5C15E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52750"/>
            <a:ext cx="27241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core/models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core/services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core/classes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core/utils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pages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shared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093D5-C408-49FC-A62F-FCD7601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FDB2C-4BAC-4DCC-9001-5737499A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CDB"/>
          </a:solidFill>
          <a:ln xmlns:a="http://schemas.openxmlformats.org/drawingml/2006/main" w="0">
            <a:solidFill>
              <a:srgbClr val="2D9C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80E3C-5C10-43D8-8F6D-9C7E9336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Servicios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6E690-A154-4A09-8FF0-4AD7050E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7241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AuthService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ProfileCrudService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CompatibilityService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MatchService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ChatService</a:t>
            </a:r>
          </a:p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ReportService</a:t>
            </a:r>
          </a:p>
        </p:txBody>
      </p:sp>
    </p:spTree>
    <p:extLst>
      <p:ext uri="{BB962C8B-B14F-4D97-AF65-F5344CB8AC3E}">
        <p14:creationId xmlns:p14="http://schemas.microsoft.com/office/powerpoint/2010/main" val="328440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C9A78A-D306-4603-B623-0F26F2B5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A472F-D576-4ECD-A866-7988F4A4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E2C37-70C3-46E1-BC7F-1CEFC3AB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3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3C62"/>
                </a:solidFill>
                <a:latin typeface="Aptos"/>
                <a:ea typeface="Aptos"/>
                <a:cs typeface="Aptos"/>
              </a:rPr>
              <a:t>MAYORES RETOS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0F260-47E6-478A-84E6-A6069575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Retos durante el desarrollo y como se resolvieron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D40BB-80FF-4EFA-A0DA-D623930E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C5F6F"/>
                </a:solidFill>
                <a:latin typeface="Aptos"/>
                <a:ea typeface="Aptos"/>
                <a:cs typeface="Aptos"/>
              </a:rPr>
              <a:t>El mayor trabajo fue conectar los requisitos del documento con una app navegable y coherente.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7D61E-F116-44FD-ABF1-8CFF7749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Cita Perfecta - Producto final Angular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14899-DC49-4B02-8782-2178BC32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D341A-FA34-4A82-89A4-D3403EC4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59B20-35C5-4C8F-967F-F920E76E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94E87-43FA-4BE6-B6E3-E42768CC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Rutas y estructura duplicada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BA27D-4C68-474D-B67B-51B94B87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Se ajusto el arranque real del AppComponent y se organizaron rutas hacia paginas funcionales.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1E5C5-272C-4A4A-A4AD-4B16EBC7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33625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9FC73-FA77-4529-81A3-07C5C659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33625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solidFill>
              <a:srgbClr val="6C5C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29325-380A-4E11-9ECB-CE77B512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05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Input y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667B5-A401-45A5-8AAE-44C507A9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05125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ProfileCard quedo como componente reutilizable que emite eventos al padre.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046AB-4A65-4398-88F0-BF4A16C7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C5F8D-73FA-4F60-B1FE-2987A79B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CDB"/>
          </a:solidFill>
          <a:ln xmlns:a="http://schemas.openxmlformats.org/drawingml/2006/main" w="0">
            <a:solidFill>
              <a:srgbClr val="2D9C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21CF3-7207-4BD9-B812-42063BDC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CRUD y compatibilidad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D4F94-6396-49F3-A4DE-4F218510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Los perfiles guardados alimentan la lista de matches y se ordenan con respuestas e intereses.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1F8AA-86AD-4E96-8BBC-D6D7BFE4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B4B964-225B-4482-9F42-39F0E6B6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0">
            <a:solidFill>
              <a:srgbClr val="2ECC7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7CE3C-F927-43A9-8114-02571891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767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Responsive y 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223DD-96E6-42CA-96DA-DC501A62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Se verifico responsive y build; queda un warning de budget por Bootstrap, sin bloquear ejecucion.</a:t>
            </a:r>
          </a:p>
        </p:txBody>
      </p:sp>
    </p:spTree>
    <p:extLst>
      <p:ext uri="{BB962C8B-B14F-4D97-AF65-F5344CB8AC3E}">
        <p14:creationId xmlns:p14="http://schemas.microsoft.com/office/powerpoint/2010/main" val="2345931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511199-B49B-499F-8B0C-BA4F0AB8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85F73-0D7F-4C59-A027-6D897A3A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A1389-A380-4348-ADDC-5AA8064A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3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3C62"/>
                </a:solidFill>
                <a:latin typeface="Aptos"/>
                <a:ea typeface="Aptos"/>
                <a:cs typeface="Aptos"/>
              </a:rPr>
              <a:t>REPOSITORIO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D4057-4F47-4B37-8DE9-323E4700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Codigo fuente del proyecto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21B70-3A8E-4EAE-907D-A721D432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857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C5CE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C5CE7"/>
                </a:solidFill>
                <a:latin typeface="Aptos"/>
                <a:ea typeface="Aptos"/>
                <a:cs typeface="Aptos"/>
              </a:rPr>
              <a:t>https://github.com/CelizD/Cita-perfecta.git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CDC9C-28A0-49D9-A464-654F77BD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57FB2-E15A-4436-820B-CBC85C8B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0">
            <a:solidFill>
              <a:srgbClr val="2ECC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13C21-A010-4F9F-B6FD-B32CD86C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Estado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F740B-AAC7-4D23-8283-694E620F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Aplicacion Angular compilando correctamente.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7F48E-3DFB-4F6E-B07B-3EF8C2ED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BCF1A-DA71-4E1F-8FC7-D61AD834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B"/>
          </a:solidFill>
          <a:ln xmlns:a="http://schemas.openxmlformats.org/drawingml/2006/main" w="0">
            <a:solidFill>
              <a:srgbClr val="FF6B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10420-902C-42B4-B78E-7D3C461E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624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Entrega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3C520-2DF5-410F-96E6-7D2965A1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Cumple requisitos del documento y pizarron.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97814-8CA3-4CCC-9EDA-EA78A013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9100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C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42B19-C547-4E4A-A078-8B17F6AA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910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CDB"/>
          </a:solidFill>
          <a:ln xmlns:a="http://schemas.openxmlformats.org/drawingml/2006/main" w="0">
            <a:solidFill>
              <a:srgbClr val="2D9C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BB1AE-9232-4694-9890-187523C9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1623"/>
                </a:solidFill>
                <a:latin typeface="Aptos Display"/>
                <a:ea typeface="Aptos Display"/>
                <a:cs typeface="Aptos Display"/>
              </a:rPr>
              <a:t>Ejecucion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0E3E7-BC21-4957-91A5-C73ACC98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C5F6F"/>
                </a:solidFill>
                <a:latin typeface="Aptos"/>
                <a:ea typeface="Aptos"/>
                <a:cs typeface="Aptos"/>
              </a:rPr>
              <a:t>npm start y abrir http://127.0.0.1:4200/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C445A-3AD0-451A-8BC2-7BA9B671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Cita Perfecta - Producto final Angular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99B216-B738-43CC-8CF9-55A74DCF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C5F6F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6C5F6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8059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2026-06-19T05:58:56.1700000Z</dcterms:created>
  <dcterms:modified xsi:type="dcterms:W3CDTF">2026-06-19T05:58:56.1700000Z</dcterms:modified>
</coreProperties>
</file>